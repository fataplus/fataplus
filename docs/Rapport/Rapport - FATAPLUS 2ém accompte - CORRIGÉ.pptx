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RAPPORT D'AVANCEMENT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F"/>
                </a:solidFill>
              </a:defRPr>
            </a:pPr>
            <a:r>
              <a:t>FATAPLUS - 2ème Décaissement</a:t>
            </a:r>
          </a:p>
          <a:p>
            <a:r>
              <a:t>Période: Août - Octobre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RÉSUMÉ EXÉCUTIF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  <a:r>
              <a:t>INFORMATIONS GÉNÉRALES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Promoteur: FANOMEZANIRINA Fenohery</a:t>
            </a: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N° Convention: 039/MIARY/DIGITAL/PIC3/</a:t>
            </a: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Intitulé projet: FATAPLUS - Plateforme AgriTech</a:t>
            </a: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Montant convention: 65 000 000 Ar</a:t>
            </a: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Période du rapport: Août - Octobre 2025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  <a:r>
              <a:t>SYNTHÈSE FINANCIÈRE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Fonds reçus (2 décaissements): 60 300 000 Ar</a:t>
            </a: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Dépenses effectuées: 31 708 000 Ar (52,6%)</a:t>
            </a: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Solde disponible: 28 592 000 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INDICATEURS DE RÉALISATION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  <a:r>
              <a:t>TABLEAU DES INDICATEURS - ÉTAT D'AVANCEMENT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1. DÉVELOPPEMENT PLATEFORME (35%) - État: 78%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 ✓ Site web fataplus.mg fonctionnel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 ✓ Module d'inscription utilisateur opérationnel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 ✓ Intégration paiement mobile: 80%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 ○ Application mobile: 75% (en cours)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2. ACQUISITION ÉQUIPEMENTS (20%) - État: 100%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 ✓ Matériel informatique acquis (Laptop HP)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 ✓ Mobilier de bureau complet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 ✓ Imprimante et équipements périphériques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3. FORMATION ACCOMPAGNEMENT (15%) - État: 40%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 ○ Modules de formation: 60% développés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 ○ Sessions de formation: Reportées au T3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4. MARKETING COMMUNICATION (10%) - État: 65%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 ✓ Campagne digitale lancée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 ✓ 5 partenariats actifs établis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ACTIVITÉS CLÉS IMPLÉMENTÉES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  <a:r>
              <a:t>PHASE 1: INFRASTRUCTURE ET ÉQUIPEMENTS (AOÛT 2025)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✓ Acquisition matériel informatique: 11 708 000 Ar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- Laptop HP ProBook avec processeur i7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- Imprimante HP LaserJet et mobilier: 2 500 000 Ar</a:t>
            </a: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✓ Configuration environnement de développement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  <a:r>
              <a:t>PHASE 2: DÉVELOPPEMENT APPLICATION (SEPTEMBRE 2025)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✓ Site web fataplus.mg mis en ligne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- Page d'accueil et présentation projet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- Formulaire d'inscription utilisateurs/agriculteurs</a:t>
            </a: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✓ Développement application mobile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- Interface utilisateur (UI) terminée</a:t>
            </a:r>
          </a:p>
          <a:p>
            <a:pPr lvl="2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- Développement API backend en cours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  <a:r>
              <a:t>PHASE 3: LANCEMENT INITIAL (OCTOBRE 2025)</a:t>
            </a:r>
          </a:p>
          <a:p>
            <a:pPr>
              <a:spcAft>
                <a:spcPts val="1200"/>
              </a:spcAft>
              <a:defRPr sz="18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✓ Campagne communication digitale lancée</a:t>
            </a: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✓ Recrutement de 10 agriculteurs pilotes</a:t>
            </a:r>
          </a:p>
          <a:p>
            <a:pPr lvl="1"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✓ Tests utilisateurs avec feedback positif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BUDGET DÉTAILLÉ PAR CATÉGORIE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  <a:r>
              <a:t>TABLEAU COMPARATIF: BUDGET vs RÉALISATION</a:t>
            </a: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Catégorie                   Budget     Dépenses   Écart     % Exec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Matériel Informatique       11.5M      11.708M    +208K     101.8%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Équipements &amp; Mobilier       2.5M       2.5M        0      100.0%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Développement Apps          16.0M      16.0M        0      100.0%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Communication &amp; Marketing    1.5M       1.2M     -300K       80.0%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Formations                   0.25M         0      -250K        0.0%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Frais divers                 0.25M      0.32M      +70K      128.0%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TOTAL GÉNÉRAL                32.0M     31.728M    -272K       99.1%</a:t>
            </a: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Note: Les écarts minimes sont justifiés dans l'analyse détaillée.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ANALYSE DÉTAILLÉE DES ÉCARTS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  <a:r>
              <a:t>JUSTIFICATION DES ÉCARTS BUDGÉTAIRES</a:t>
            </a: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1. ÉCART +208 000 Ar - Matériel Informatique (1.8%)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Hausse des prix sur le marché local entre budget et achat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Frais bancaires (55 000 Ar) non budgétisés initialement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Commission virement: 0.17% du montant transféré</a:t>
            </a: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2. ÉCART -300 000 Ar - Communication (20% d'économie)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Utilisation prioritaire des réseaux sociaux gratuits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Partenariat avec influenceurs locaux (échange services)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Réallocation planifiée pour le développement mobile</a:t>
            </a: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3. ÉCART -250 000 Ar - Formations (Report)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Nécessité de finaliser plateforme avant formation utilisateurs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Modules pédagogiques en cours de finalisation (60%)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Sessions programmées pour le 3ème décaissement</a:t>
            </a: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4. ÉCART +70 000 Ar - Frais divers (28%)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Connexion internet haute vitesse pour développement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Consommables bureautiques (papeterie, fournitures)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DIFFICULTÉS RENCONTRÉES ET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  <a:r>
              <a:t>DIFFICULTÉS TECHNIQUES - RÉSOLUES</a:t>
            </a: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1. Intégration API Paiement Mobile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Problème: Documentation Airtel Money/Telma incomplète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Solution: Contact direct avec équipes techniques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Résultat: Intégration à 80% - Tests en cours</a:t>
            </a: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2. Performance et Hébergement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Problème: Latence élevée serveur local (moy: 3.2s)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Solution: Migration CDN Cloudflare + Optimisation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Résultat: Temps chargement réduit à 1.2s (-62%)</a:t>
            </a: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  <a:r>
              <a:t>DIFFICULTÉS OPÉRATIONNELLES - EN COURS</a:t>
            </a: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3. Recrutement Agriculteurs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Problème: Réticence technologie / Manque confiance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Solution: Démonstrations gratuites + Témoignages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Résultat: 10 agriculteurs pilotes recrutés sur 50 visés</a:t>
            </a:r>
          </a:p>
          <a:p>
            <a:pPr>
              <a:spcAft>
                <a:spcPts val="1000"/>
              </a:spcAft>
              <a:defRPr sz="17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4. Approvisionnement Électrique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Problème: Coupures fréquentes (3-4x/semaine)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Solution: Acquisition batterie externe 20 000 mAh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FILIALES NUMÉRIQUES - DÉTAIL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FILIALE 1: FATAPLUS MARKETPLACE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Description: Place de marchande B2B connectant agriculteurs et acheteurs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Fonctionnalités clés: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Catalogue produits avec photos et prix dynamiques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Système de commande en temps réel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Gestion des stocks et alertes rupture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Intégration paiement mobile (Airtel/Telma)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État d'avancement: 70% - Backend terminé, Frontend en cours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FILIALE 2: FATAPLUS COMMUNAUTÉ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Description: Réseau social agriculture durable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Fonctionnalités clés: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Forums thématiques (cultures, techniques, marché)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Partage photos vidéos des exploitations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Système de messagerie interne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Notifications push et email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État d'avancement: 60% - Maquettes validées, Développement en cours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DISTINCTION: CASHLESS vs CASHLESS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CASHLESS - SOLUTION STANDARD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Cible: Petits agriculteurs et particuliers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Fonctionnalités: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Portefeuille électronique basique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Paiement QR code simple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Rechargement via Mobile Money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Historique transactions (30 jours)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Pas de frais d'ouverture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Coût: 0 Ar (gratuit) - Commission 1% par transaction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Limite: 500 000 Ar/mois - 1 000 000 Ar/an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CASHLESS PRO - SOLUTION PROFESSIONNELLE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Cible: Coopératives, vendeurs importants, entreprises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Fonctionnalités: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Multi-utilisateurs avec rôles et permissions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Facturation automatique et export comptable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Analytics et rapports personnalisés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Intégration API pour caisses enregistreuses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Support prioritaire 24/7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Coût: 50 000 Ar/mois - Commission 0.5% par transaction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Limite: Illimité - Assurance fraudes incluse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CARTE FATAPLUS - CARACTÉRISTIQUES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DESCRIPTION GÉNÉRALE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La Carte FATAPLUS est une carte de fidélité et paiement physique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combinant les avantages du cashless et l'accès aux offres partenaires.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FONCTIONNALITÉS ACTIVES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1. Identification: Badge unique pour chaque utilisateur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2. Portefeuille: Stockage de solde FATAPLUS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3. Cashback: 2% remboursés sur chaque achat partenaire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4. Partenaires: 15 commerçants acceptent la carte (mise à jour)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FONCTIONNALITÉS EN DÉVELOPPEMENT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Paiement direct sans connexion internet (NFC)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Accumulation points fidélité multi-partenaires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Rechargement via agents FATAPLUS (200 agents prévus)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DÉPLOIEMENT: Test pilote avec 50 cartes - Septembre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MARKETING ET COMMUNICATION -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STRATÉGIE DIGITALE (AOÛT-OCTOBRE 2025)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Réseaux Sociaux - Statistiques vérifiées: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Facebook: 1 245 abonnés / 3 500 reach mensuel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Instagram: 856 abonnés / 2 100 reach mensuel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WhatsApp: 5 groupes / 320 membres actifs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Campagnes Publicitaires: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Budget engagé: 1 200 000 Ar (80% du budget prévu)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Impressions totales: 45 000+ vues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Taux de clic moyen: 3.2% (supérieur à la moyenne: 1.5%)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Partenariats Influenceurs: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3 influenceurs agricoles partenaires (échange services)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5 vidéos promotionnelles produites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Estimée valeur équivalente: 800 000 Ar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Événements: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Participation Foire Agriculture Analamanga (stand)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150 contacts qualifiés collectés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PARTENARIATS STRATÉGIQUES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PARTENAIRES TECHNIQUES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1. Airtel Madagascar - Intégration Paiement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Contact: Mme Rasoarimanana - Directrice Partenariats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Statut: Accord signé - Intégration API en cours (80%)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2. Telma Mvola - Intégration Paiement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Contact: M. Rakotoarimanana - Tech Lead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Statut: Documentation reçue - Développ imminent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3. Cloudflare - Infrastructure Hébergement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Solution CDN gratuite pour startups africaines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Statut: Actif depuis Septembre 2025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PARTENAIRES OPÉRATIONNELS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4. Coopérative Agricole d'Antsirabe - Pilote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10 agriculteurs testeurs identifiés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Feedback hebdomadaire intégré au développement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5. MIARY DIGITAL - Accompagnement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Mentorat technique et business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Sessions de coaching bi-mensuelles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INFRASTRUCTURE TECHNIQUE - SPÉCIFICATIONS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ARCHITECTURE SYSTÈME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Frontend: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Framework: React.js + Tailwind CSS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Responsive Design: Mobile-first approach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Progressive Web App (PWA) capable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Backend: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Runtime: Node.js + Express.js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API RESTful conforme JSON:API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Base de données: PostgreSQL + Redis Cache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Infrastructure: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Hébergement: Cloudflare Pages (Frontend)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Serveur: Cloudflare Workers (Serverless)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CDNs: 5 points de présence (Tana, Marseille, Singapour...)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Sécurité Réseau: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HTTPS/TLS 1.3 obligatoire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Pare-feu WAF Cloudflare activé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Rate limiting: 1000 req/min par 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SÉCURITÉ ET CONFORMITÉ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NORMES ET STANDARDS APPLIQUÉS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Protection Données Personnelles: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Conformité Loi Malagasy sur Protection Données (Loi 2020-006)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RGPD-ready: Architecture conforme pour expansion UE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Consentement explicit et révocable utilisateur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Sécurité Application: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OWASP Top 10: Mécanismes contre les 10 vulnérabilités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Authentification: JWT + 2FA disponible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Chiffrement: AES-256 données au repos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Hachage mots passe: bcrypt (cost factor 12)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Sécurité Transactions: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PCI-DSS: Conformité niveau 4 visé (Q4 2025)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Tokenisation données carte bancaire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Signature électronique conformes Loi 2020-007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Audits et Tests: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Tests pénétration trimestriels planifiés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Bug Bounty program interne équipe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Logs conservés 90 jours conformes législation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GOUVERNANCE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POLITIQUE GESTION DES DONNÉES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Classification des Données: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Données Personnelles (Nom, téléphone, email) - Niveau CONFIDENTIEL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Données Transactionnelles (Montants, historique) - Niveau SENSIBLE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Données Agricoles (Produits, stocks) - Niveau INTERNE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Droits Utilisateurs: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Droit d'accès: Consultation via interface compte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Droit de rectification: Modification données personnelles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Droit de suppression: Suppression compte sous 30 jours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Droit de portabilité: Export JSON/CSV des données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Rétention et Archivage: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Données actives: Conservées pendant la relation commerciale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Données archive: 5 ans après clôture (obligation fiscale)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Anonymisation: Automatic après 5 ans pour analytics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Partage Tiers: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Partenaires paiement: Uniquement données transactionnelles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Aucune vente de données à des fins publicitaires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Consentement requis pour tout partage supplémentaire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PROGRAMME DE FORMATION - ÉTAT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MODULES DE FORMATION DÉVELOPPÉS (60%)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Module 1: Utilisation Plateforme FATAPLUS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Création compte et profil agriculteur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Publication produits et gestion stocks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Réception notifications et commandes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Module 2: Gestion Paiement Digital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Configuration Mobile Money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Retraits et transferts de solde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Historique et relevés transactions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Module 3: Agriculture Durable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Techniques culturales respectueuses environnement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• Certification bio et normes qualité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STATUT SESSIONS DE FORMATION: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Prévu initialement: 50 participants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Reporté au 3ème décaissement pour finalisation modules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Pilotes informés: 10 agriculteurs prêts pour formation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Format: Présentiel + Supports PDF + Vidéos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ÉCOSYSTÈME FATAPLUS -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STRUCTURE DE L'ÉCOSYSTÈME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ACTEURS PRINCIPAUX: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│         AGRICULTEURS (Producteurs)                  │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│    - Inscription sur plateforme                     │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│    - Publication produits / prix                    │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│    - Gestion stocks / commandes                     │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                   ↓ (Marketplace)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│       PLATEFORME FATAPLUS (Hub Central)             │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│    - Mise relation agriculteurs ↔ consommateurs     │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│    - Traitement transactions paiements              │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│    - Support utilisateur                            │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                   ↓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┌──────────────┐      ┌──────────────┐      ┌──────────────┐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│ CONSOMMATEURS│      │ RESTAURANTS  │      │ ÉPICERIES    │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│  particuliers│      │  hôtels      │      │  locales     │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└──────────────┘      └──────────────┘      └──────────────┘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ET 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SYNTHÈSE DU 2ÈME DÉCAISSEMENT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Objectifs atteints: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✓ Infrastructure opérationnelle à 100%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✓ Site web fonctionnel et accessible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✓ Développement application avancé (75%)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✓ Partenariats techniques signés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✓ Communication digitale active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Retards identifiés: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○ Formation utilisateurs - Reportée au T3</a:t>
            </a:r>
          </a:p>
          <a:p>
            <a:pPr lvl="2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   ○ Intégration paiement complète - En cours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  <a:r>
              <a:t>PROCHAINES ÉTAPES - 3ÈME DÉCAISSEMENT</a:t>
            </a:r>
          </a:p>
          <a:p>
            <a:pPr>
              <a:spcAft>
                <a:spcPts val="900"/>
              </a:spcAft>
              <a:defRPr sz="1600" b="1">
                <a:solidFill>
                  <a:srgbClr val="323232"/>
                </a:solidFill>
              </a:defRPr>
            </a:pP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Finalisation application mobile (100%)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Finalisation intégration API paiement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Lancement sessions de formation (50 participants)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Recrutement 40 agriculteurs supplémentaires</a:t>
            </a:r>
          </a:p>
          <a:p>
            <a:pPr lvl="1"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t>• Déploiement carte FATAPLUS (200 cartes)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DCFF"/>
                </a:solidFill>
              </a:defRPr>
            </a:pPr>
            <a:r>
              <a:t>Contact: contact@fataplus.mg | +261 34 20 472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